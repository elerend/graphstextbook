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669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032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36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81E8D8-2D9C-4250-AE75-065921F55F4A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36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768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669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032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36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4C0E92-D41A-4120-8761-8CA8DA35E4F5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36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768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669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6960" cy="32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032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36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E555CE-F2DC-461C-92B8-375F995B9BD7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36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5369400" y="241704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874600" y="72144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604680" y="328788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323480" y="169200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877040" y="199836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366240" y="340200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759480" y="202212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978200" y="423288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563080" y="72072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 flipV="1">
            <a:off x="5588640" y="1234440"/>
            <a:ext cx="167040" cy="117612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5736600" y="2915640"/>
            <a:ext cx="699840" cy="55224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6036480" y="1110600"/>
            <a:ext cx="1319400" cy="7142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 flipH="1">
            <a:off x="4160160" y="1067760"/>
            <a:ext cx="1419120" cy="100008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 flipV="1">
            <a:off x="6755760" y="2181960"/>
            <a:ext cx="709560" cy="124776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" name=""/>
          <p:cNvSpPr/>
          <p:nvPr/>
        </p:nvSpPr>
        <p:spPr>
          <a:xfrm flipV="1">
            <a:off x="2498040" y="3786840"/>
            <a:ext cx="3900240" cy="6714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" name=""/>
          <p:cNvSpPr/>
          <p:nvPr/>
        </p:nvSpPr>
        <p:spPr>
          <a:xfrm flipH="1">
            <a:off x="3888720" y="2529360"/>
            <a:ext cx="90360" cy="74772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 flipV="1">
            <a:off x="2374200" y="3653280"/>
            <a:ext cx="1252440" cy="62424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2397960" y="2253240"/>
            <a:ext cx="1361880" cy="46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58320" bIns="-5832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" name=""/>
          <p:cNvSpPr/>
          <p:nvPr/>
        </p:nvSpPr>
        <p:spPr>
          <a:xfrm flipH="1">
            <a:off x="2226600" y="1167480"/>
            <a:ext cx="728640" cy="84780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2126520" y="2515320"/>
            <a:ext cx="95040" cy="170964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2098440" y="134820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:12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513680" y="123084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:12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896200" y="188748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:5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794600" y="315324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:5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916440" y="276660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:5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744280" y="363420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:5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651280" y="169992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:5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671160" y="116100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:5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7140240" y="267264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:5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038640" y="288396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:5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561200" y="3692520"/>
            <a:ext cx="4986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:12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5118840" y="37368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4362480" y="146448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865840" y="146448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479400" y="259956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100480" y="259956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718680" y="259956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2723400" y="373032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4344480" y="373032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899000" y="4880160"/>
            <a:ext cx="512280" cy="512280"/>
          </a:xfrm>
          <a:prstGeom prst="ellipse">
            <a:avLst/>
          </a:pr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4753800" y="853200"/>
            <a:ext cx="491760" cy="64872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" name=""/>
          <p:cNvSpPr/>
          <p:nvPr/>
        </p:nvSpPr>
        <p:spPr>
          <a:xfrm>
            <a:off x="5498640" y="857880"/>
            <a:ext cx="474480" cy="6415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 flipH="1">
            <a:off x="3903480" y="1940760"/>
            <a:ext cx="555840" cy="70884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3085920" y="3052440"/>
            <a:ext cx="504000" cy="705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2299680" y="4202280"/>
            <a:ext cx="514080" cy="7164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4748760" y="1941840"/>
            <a:ext cx="475560" cy="69804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6263280" y="1936080"/>
            <a:ext cx="549000" cy="7250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" name=""/>
          <p:cNvSpPr/>
          <p:nvPr/>
        </p:nvSpPr>
        <p:spPr>
          <a:xfrm flipH="1">
            <a:off x="5471280" y="1942200"/>
            <a:ext cx="517680" cy="6699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3861720" y="3090240"/>
            <a:ext cx="551880" cy="71064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 flipH="1">
            <a:off x="4718520" y="3075120"/>
            <a:ext cx="496440" cy="689040"/>
          </a:xfrm>
          <a:prstGeom prst="line">
            <a:avLst/>
          </a:prstGeom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7" name=""/>
          <p:cNvSpPr/>
          <p:nvPr/>
        </p:nvSpPr>
        <p:spPr>
          <a:xfrm rot="16200000">
            <a:off x="4867560" y="106056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 rot="16200000">
            <a:off x="5717520" y="98784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 rot="16200000">
            <a:off x="5818680" y="112320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 rot="16200000">
            <a:off x="6522840" y="210384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 rot="16200000">
            <a:off x="6624000" y="223920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 rot="16200000">
            <a:off x="4950360" y="209304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" name=""/>
          <p:cNvSpPr/>
          <p:nvPr/>
        </p:nvSpPr>
        <p:spPr>
          <a:xfrm rot="16200000">
            <a:off x="5051520" y="222840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 rot="16200000">
            <a:off x="4095720" y="322488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 rot="16200000">
            <a:off x="4196880" y="336024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6" name=""/>
          <p:cNvSpPr/>
          <p:nvPr/>
        </p:nvSpPr>
        <p:spPr>
          <a:xfrm rot="16200000">
            <a:off x="4026240" y="222012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 rot="16200000">
            <a:off x="5599440" y="214416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 rot="16200000">
            <a:off x="4832280" y="329256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" name=""/>
          <p:cNvSpPr/>
          <p:nvPr/>
        </p:nvSpPr>
        <p:spPr>
          <a:xfrm rot="16200000">
            <a:off x="3199320" y="330876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 rot="16200000">
            <a:off x="2426400" y="4430160"/>
            <a:ext cx="103320" cy="1033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0" y="467280"/>
            <a:ext cx="10079280" cy="48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"/>
          <p:cNvSpPr/>
          <p:nvPr/>
        </p:nvSpPr>
        <p:spPr>
          <a:xfrm flipV="1">
            <a:off x="2228760" y="1555560"/>
            <a:ext cx="2273400" cy="438120"/>
          </a:xfrm>
          <a:prstGeom prst="line">
            <a:avLst/>
          </a:prstGeom>
          <a:ln w="72000">
            <a:solidFill>
              <a:srgbClr val="b47804"/>
            </a:solidFill>
            <a:custDash>
              <a:ds d="25500" sp="25500"/>
              <a:ds d="25500" sp="255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26000" rIns="126000" tIns="-35280" bIns="-3528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1377720" y="2127240"/>
            <a:ext cx="2324160" cy="1777680"/>
          </a:xfrm>
          <a:prstGeom prst="line">
            <a:avLst/>
          </a:prstGeom>
          <a:ln w="72000">
            <a:solidFill>
              <a:srgbClr val="b47804"/>
            </a:solidFill>
            <a:custDash>
              <a:ds d="25500" sp="25500"/>
              <a:ds d="25500" sp="255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26000" rIns="126000" tIns="-35280" bIns="-3528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" name=""/>
          <p:cNvSpPr/>
          <p:nvPr/>
        </p:nvSpPr>
        <p:spPr>
          <a:xfrm flipH="1" flipV="1">
            <a:off x="5709960" y="1635840"/>
            <a:ext cx="2703600" cy="2720160"/>
          </a:xfrm>
          <a:prstGeom prst="line">
            <a:avLst/>
          </a:prstGeom>
          <a:ln w="72000">
            <a:solidFill>
              <a:srgbClr val="b47804"/>
            </a:solidFill>
            <a:custDash>
              <a:ds d="25500" sp="25500"/>
              <a:ds d="25500" sp="255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26000" rIns="126000" tIns="-35280" bIns="-3528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" name=""/>
          <p:cNvSpPr/>
          <p:nvPr/>
        </p:nvSpPr>
        <p:spPr>
          <a:xfrm flipH="1" flipV="1">
            <a:off x="6610680" y="4257360"/>
            <a:ext cx="1708560" cy="200160"/>
          </a:xfrm>
          <a:prstGeom prst="line">
            <a:avLst/>
          </a:prstGeom>
          <a:ln w="72000">
            <a:solidFill>
              <a:srgbClr val="b47804"/>
            </a:solidFill>
            <a:custDash>
              <a:ds d="25500" sp="25500"/>
              <a:ds d="25500" sp="255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26000" rIns="126000" tIns="-35280" bIns="-3528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6" name=""/>
          <p:cNvSpPr/>
          <p:nvPr/>
        </p:nvSpPr>
        <p:spPr>
          <a:xfrm flipH="1" flipV="1">
            <a:off x="4998960" y="1696680"/>
            <a:ext cx="213120" cy="1663920"/>
          </a:xfrm>
          <a:prstGeom prst="line">
            <a:avLst/>
          </a:prstGeom>
          <a:ln w="72000">
            <a:solidFill>
              <a:srgbClr val="b47804"/>
            </a:solidFill>
            <a:custDash>
              <a:ds d="25500" sp="25500"/>
              <a:ds d="25500" sp="255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26000" rIns="126000" tIns="-35280" bIns="-3528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1149480" y="2031840"/>
            <a:ext cx="6793200" cy="2323080"/>
          </a:xfrm>
          <a:custGeom>
            <a:avLst/>
            <a:gdLst>
              <a:gd name="textAreaLeft" fmla="*/ 0 w 6793200"/>
              <a:gd name="textAreaRight" fmla="*/ 6794280 w 6793200"/>
              <a:gd name="textAreaTop" fmla="*/ 0 h 2323080"/>
              <a:gd name="textAreaBottom" fmla="*/ 2324160 h 2323080"/>
            </a:gdLst>
            <a:ahLst/>
            <a:cxnLst/>
            <a:rect l="textAreaLeft" t="textAreaTop" r="textAreaRight" b="textAreaBottom"/>
            <a:pathLst>
              <a:path fill="none" w="18873" h="6456">
                <a:moveTo>
                  <a:pt x="0" y="6456"/>
                </a:moveTo>
                <a:cubicBezTo>
                  <a:pt x="11363" y="-263"/>
                  <a:pt x="18873" y="1"/>
                  <a:pt x="18873" y="1"/>
                </a:cubicBezTo>
              </a:path>
            </a:pathLst>
          </a:custGeom>
          <a:noFill/>
          <a:ln w="72000">
            <a:solidFill>
              <a:srgbClr val="b47804"/>
            </a:solidFill>
            <a:custDash>
              <a:ds d="25500" sp="25500"/>
              <a:ds d="25500" sp="255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26000" rIns="126000" tIns="-35280" bIns="-3528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" name=""/>
          <p:cNvSpPr/>
          <p:nvPr/>
        </p:nvSpPr>
        <p:spPr>
          <a:xfrm>
            <a:off x="8201520" y="638640"/>
            <a:ext cx="8830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Екити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265320" y="3690000"/>
            <a:ext cx="8830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Гауту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319360" y="695160"/>
            <a:ext cx="8830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Бани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2997720" y="4648680"/>
            <a:ext cx="8830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Видо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8502120" y="3178440"/>
            <a:ext cx="103500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Джеми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59440" y="811800"/>
            <a:ext cx="103500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Адуак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7227720" y="1732680"/>
            <a:ext cx="2250000" cy="182880"/>
          </a:xfrm>
          <a:custGeom>
            <a:avLst/>
            <a:gdLst>
              <a:gd name="textAreaLeft" fmla="*/ 0 w 2250000"/>
              <a:gd name="textAreaRight" fmla="*/ 2254680 w 2250000"/>
              <a:gd name="textAreaTop" fmla="*/ 0 h 182880"/>
              <a:gd name="textAreaBottom" fmla="*/ 187560 h 182880"/>
            </a:gdLst>
            <a:ahLst/>
            <a:cxnLst/>
            <a:rect l="textAreaLeft" t="textAreaTop" r="textAreaRight" b="textAreaBottom"/>
            <a:pathLst>
              <a:path fill="none" w="6263" h="521">
                <a:moveTo>
                  <a:pt x="0" y="34"/>
                </a:moveTo>
                <a:cubicBezTo>
                  <a:pt x="3886" y="1150"/>
                  <a:pt x="6263" y="0"/>
                  <a:pt x="6263" y="0"/>
                </a:cubicBezTo>
              </a:path>
            </a:pathLst>
          </a:cu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" name=""/>
          <p:cNvSpPr/>
          <p:nvPr/>
        </p:nvSpPr>
        <p:spPr>
          <a:xfrm>
            <a:off x="7214400" y="1548360"/>
            <a:ext cx="2257200" cy="204480"/>
          </a:xfrm>
          <a:custGeom>
            <a:avLst/>
            <a:gdLst>
              <a:gd name="textAreaLeft" fmla="*/ 0 w 2257200"/>
              <a:gd name="textAreaRight" fmla="*/ 2261880 w 2257200"/>
              <a:gd name="textAreaTop" fmla="*/ 0 h 204480"/>
              <a:gd name="textAreaBottom" fmla="*/ 209160 h 204480"/>
            </a:gdLst>
            <a:ahLst/>
            <a:cxnLst/>
            <a:rect l="textAreaLeft" t="textAreaTop" r="textAreaRight" b="textAreaBottom"/>
            <a:pathLst>
              <a:path fill="none" w="6283" h="581">
                <a:moveTo>
                  <a:pt x="0" y="544"/>
                </a:moveTo>
                <a:cubicBezTo>
                  <a:pt x="3898" y="-702"/>
                  <a:pt x="6283" y="581"/>
                  <a:pt x="6283" y="581"/>
                </a:cubicBezTo>
              </a:path>
            </a:pathLst>
          </a:custGeom>
          <a:noFill/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 flipH="1" flipV="1">
            <a:off x="7227720" y="1733040"/>
            <a:ext cx="1037160" cy="6339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 flipH="1">
            <a:off x="7227720" y="1170720"/>
            <a:ext cx="1059840" cy="5623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8" name=""/>
          <p:cNvSpPr/>
          <p:nvPr/>
        </p:nvSpPr>
        <p:spPr>
          <a:xfrm flipH="1" flipV="1">
            <a:off x="8287560" y="1170720"/>
            <a:ext cx="1483920" cy="5868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 flipH="1">
            <a:off x="8264880" y="1757520"/>
            <a:ext cx="1506600" cy="6094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 flipH="1" flipV="1">
            <a:off x="4150080" y="630000"/>
            <a:ext cx="784800" cy="11048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" name=""/>
          <p:cNvSpPr/>
          <p:nvPr/>
        </p:nvSpPr>
        <p:spPr>
          <a:xfrm flipH="1">
            <a:off x="3395880" y="630000"/>
            <a:ext cx="754200" cy="10648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" name=""/>
          <p:cNvSpPr/>
          <p:nvPr/>
        </p:nvSpPr>
        <p:spPr>
          <a:xfrm flipH="1">
            <a:off x="3395880" y="1734840"/>
            <a:ext cx="1539000" cy="11052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3395880" y="1694880"/>
            <a:ext cx="360" cy="11451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" name=""/>
          <p:cNvSpPr/>
          <p:nvPr/>
        </p:nvSpPr>
        <p:spPr>
          <a:xfrm>
            <a:off x="3395880" y="1694880"/>
            <a:ext cx="1546920" cy="11908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" name=""/>
          <p:cNvSpPr/>
          <p:nvPr/>
        </p:nvSpPr>
        <p:spPr>
          <a:xfrm>
            <a:off x="4934880" y="1734840"/>
            <a:ext cx="360" cy="11052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6" name=""/>
          <p:cNvSpPr/>
          <p:nvPr/>
        </p:nvSpPr>
        <p:spPr>
          <a:xfrm>
            <a:off x="1750320" y="2598840"/>
            <a:ext cx="1087920" cy="3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 flipH="1">
            <a:off x="1750320" y="786960"/>
            <a:ext cx="8280" cy="18118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>
            <a:off x="2838240" y="799560"/>
            <a:ext cx="360" cy="17992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" name=""/>
          <p:cNvSpPr/>
          <p:nvPr/>
        </p:nvSpPr>
        <p:spPr>
          <a:xfrm>
            <a:off x="1724760" y="786960"/>
            <a:ext cx="1113480" cy="12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50400" bIns="-504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 flipH="1">
            <a:off x="480240" y="786960"/>
            <a:ext cx="1278360" cy="9108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" name=""/>
          <p:cNvSpPr/>
          <p:nvPr/>
        </p:nvSpPr>
        <p:spPr>
          <a:xfrm>
            <a:off x="480240" y="1671840"/>
            <a:ext cx="1270080" cy="9270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2" name=""/>
          <p:cNvSpPr/>
          <p:nvPr/>
        </p:nvSpPr>
        <p:spPr>
          <a:xfrm rot="16200000">
            <a:off x="1701360" y="7448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 rot="16200000">
            <a:off x="437040" y="16387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"/>
          <p:cNvSpPr/>
          <p:nvPr/>
        </p:nvSpPr>
        <p:spPr>
          <a:xfrm rot="16200000">
            <a:off x="2767680" y="25552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"/>
          <p:cNvSpPr/>
          <p:nvPr/>
        </p:nvSpPr>
        <p:spPr>
          <a:xfrm rot="16200000">
            <a:off x="1686600" y="25506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 rot="16200000">
            <a:off x="2786760" y="7448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"/>
          <p:cNvSpPr/>
          <p:nvPr/>
        </p:nvSpPr>
        <p:spPr>
          <a:xfrm>
            <a:off x="4890240" y="28400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8" name=""/>
          <p:cNvSpPr/>
          <p:nvPr/>
        </p:nvSpPr>
        <p:spPr>
          <a:xfrm>
            <a:off x="3328200" y="16570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9" name=""/>
          <p:cNvSpPr/>
          <p:nvPr/>
        </p:nvSpPr>
        <p:spPr>
          <a:xfrm>
            <a:off x="4096440" y="5688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" name=""/>
          <p:cNvSpPr/>
          <p:nvPr/>
        </p:nvSpPr>
        <p:spPr>
          <a:xfrm>
            <a:off x="3352320" y="27925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1" name=""/>
          <p:cNvSpPr/>
          <p:nvPr/>
        </p:nvSpPr>
        <p:spPr>
          <a:xfrm>
            <a:off x="4883400" y="16736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2" name=""/>
          <p:cNvSpPr/>
          <p:nvPr/>
        </p:nvSpPr>
        <p:spPr>
          <a:xfrm rot="16200000">
            <a:off x="7150680" y="16840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 rot="16200000">
            <a:off x="8217360" y="23238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" name=""/>
          <p:cNvSpPr/>
          <p:nvPr/>
        </p:nvSpPr>
        <p:spPr>
          <a:xfrm rot="16200000">
            <a:off x="9412920" y="16887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 rot="16200000">
            <a:off x="8224560" y="11199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 rot="16200000">
            <a:off x="9719280" y="17064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 flipV="1">
            <a:off x="5534640" y="484920"/>
            <a:ext cx="633960" cy="10371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8" name=""/>
          <p:cNvSpPr/>
          <p:nvPr/>
        </p:nvSpPr>
        <p:spPr>
          <a:xfrm flipH="1" flipV="1">
            <a:off x="6168600" y="484920"/>
            <a:ext cx="562320" cy="10598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" name=""/>
          <p:cNvSpPr/>
          <p:nvPr/>
        </p:nvSpPr>
        <p:spPr>
          <a:xfrm flipH="1">
            <a:off x="6144120" y="1544760"/>
            <a:ext cx="586800" cy="2516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0" name=""/>
          <p:cNvSpPr/>
          <p:nvPr/>
        </p:nvSpPr>
        <p:spPr>
          <a:xfrm flipH="1" flipV="1">
            <a:off x="5534640" y="1522080"/>
            <a:ext cx="609480" cy="2743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 flipV="1">
            <a:off x="6144120" y="1544760"/>
            <a:ext cx="586800" cy="14839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 flipH="1" flipV="1">
            <a:off x="5534640" y="1522080"/>
            <a:ext cx="609480" cy="1506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"/>
          <p:cNvSpPr/>
          <p:nvPr/>
        </p:nvSpPr>
        <p:spPr>
          <a:xfrm>
            <a:off x="6114240" y="4078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" name=""/>
          <p:cNvSpPr/>
          <p:nvPr/>
        </p:nvSpPr>
        <p:spPr>
          <a:xfrm>
            <a:off x="5474520" y="14745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5" name=""/>
          <p:cNvSpPr/>
          <p:nvPr/>
        </p:nvSpPr>
        <p:spPr>
          <a:xfrm>
            <a:off x="6097320" y="17334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" name=""/>
          <p:cNvSpPr/>
          <p:nvPr/>
        </p:nvSpPr>
        <p:spPr>
          <a:xfrm>
            <a:off x="6678360" y="14817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" name=""/>
          <p:cNvSpPr/>
          <p:nvPr/>
        </p:nvSpPr>
        <p:spPr>
          <a:xfrm>
            <a:off x="6091920" y="29764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8790120" y="273348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2760120" y="237276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Х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12360" y="147564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579120" y="130896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2480760" y="112212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2202120" y="28116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Ч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 rot="16200000">
            <a:off x="3744000" y="27406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5" name=""/>
          <p:cNvSpPr/>
          <p:nvPr/>
        </p:nvSpPr>
        <p:spPr>
          <a:xfrm flipH="1">
            <a:off x="900000" y="612360"/>
            <a:ext cx="1440000" cy="11876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" name=""/>
          <p:cNvSpPr/>
          <p:nvPr/>
        </p:nvSpPr>
        <p:spPr>
          <a:xfrm>
            <a:off x="1850760" y="357444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145880" y="374868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З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71080" y="323208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Б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2655360" y="383688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Е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623040" y="375444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816000" y="263664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2339640" y="612360"/>
            <a:ext cx="180360" cy="8276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" name=""/>
          <p:cNvSpPr/>
          <p:nvPr/>
        </p:nvSpPr>
        <p:spPr>
          <a:xfrm>
            <a:off x="2339640" y="612360"/>
            <a:ext cx="1260360" cy="10033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4" name=""/>
          <p:cNvSpPr/>
          <p:nvPr/>
        </p:nvSpPr>
        <p:spPr>
          <a:xfrm>
            <a:off x="2527560" y="1440000"/>
            <a:ext cx="1080000" cy="1756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" name=""/>
          <p:cNvSpPr/>
          <p:nvPr/>
        </p:nvSpPr>
        <p:spPr>
          <a:xfrm flipH="1">
            <a:off x="900000" y="1440000"/>
            <a:ext cx="1620000" cy="3600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" name=""/>
          <p:cNvSpPr/>
          <p:nvPr/>
        </p:nvSpPr>
        <p:spPr>
          <a:xfrm rot="16200000">
            <a:off x="2285640" y="5587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" name=""/>
          <p:cNvSpPr/>
          <p:nvPr/>
        </p:nvSpPr>
        <p:spPr>
          <a:xfrm rot="16200000">
            <a:off x="3543120" y="15656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" name=""/>
          <p:cNvSpPr/>
          <p:nvPr/>
        </p:nvSpPr>
        <p:spPr>
          <a:xfrm flipH="1" flipV="1">
            <a:off x="900000" y="1800000"/>
            <a:ext cx="1860120" cy="8629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9" name=""/>
          <p:cNvSpPr/>
          <p:nvPr/>
        </p:nvSpPr>
        <p:spPr>
          <a:xfrm flipH="1" flipV="1">
            <a:off x="2520000" y="1440000"/>
            <a:ext cx="240120" cy="12229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0" name=""/>
          <p:cNvSpPr/>
          <p:nvPr/>
        </p:nvSpPr>
        <p:spPr>
          <a:xfrm>
            <a:off x="2760120" y="2662920"/>
            <a:ext cx="939600" cy="10962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" name=""/>
          <p:cNvSpPr/>
          <p:nvPr/>
        </p:nvSpPr>
        <p:spPr>
          <a:xfrm rot="16200000">
            <a:off x="2466360" y="13827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" name=""/>
          <p:cNvSpPr/>
          <p:nvPr/>
        </p:nvSpPr>
        <p:spPr>
          <a:xfrm>
            <a:off x="2760120" y="2662920"/>
            <a:ext cx="360" cy="11682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" name=""/>
          <p:cNvSpPr/>
          <p:nvPr/>
        </p:nvSpPr>
        <p:spPr>
          <a:xfrm flipH="1">
            <a:off x="2030760" y="2662920"/>
            <a:ext cx="729360" cy="8755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4" name=""/>
          <p:cNvSpPr/>
          <p:nvPr/>
        </p:nvSpPr>
        <p:spPr>
          <a:xfrm flipH="1">
            <a:off x="1312200" y="3547440"/>
            <a:ext cx="745200" cy="1821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5" name=""/>
          <p:cNvSpPr/>
          <p:nvPr/>
        </p:nvSpPr>
        <p:spPr>
          <a:xfrm flipH="1" flipV="1">
            <a:off x="2030760" y="3538440"/>
            <a:ext cx="729360" cy="2984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6" name=""/>
          <p:cNvSpPr/>
          <p:nvPr/>
        </p:nvSpPr>
        <p:spPr>
          <a:xfrm rot="16200000">
            <a:off x="2700000" y="37839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"/>
          <p:cNvSpPr/>
          <p:nvPr/>
        </p:nvSpPr>
        <p:spPr>
          <a:xfrm rot="16200000">
            <a:off x="3638520" y="37058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"/>
          <p:cNvSpPr/>
          <p:nvPr/>
        </p:nvSpPr>
        <p:spPr>
          <a:xfrm rot="16200000">
            <a:off x="2700000" y="25966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9" name=""/>
          <p:cNvSpPr/>
          <p:nvPr/>
        </p:nvSpPr>
        <p:spPr>
          <a:xfrm flipH="1" flipV="1">
            <a:off x="550440" y="3568680"/>
            <a:ext cx="761760" cy="1609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0" name=""/>
          <p:cNvSpPr/>
          <p:nvPr/>
        </p:nvSpPr>
        <p:spPr>
          <a:xfrm rot="16200000">
            <a:off x="504000" y="35182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1" name=""/>
          <p:cNvSpPr/>
          <p:nvPr/>
        </p:nvSpPr>
        <p:spPr>
          <a:xfrm>
            <a:off x="900000" y="1800000"/>
            <a:ext cx="412200" cy="1929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2" name=""/>
          <p:cNvSpPr/>
          <p:nvPr/>
        </p:nvSpPr>
        <p:spPr>
          <a:xfrm rot="16200000">
            <a:off x="1260000" y="36766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3" name=""/>
          <p:cNvSpPr/>
          <p:nvPr/>
        </p:nvSpPr>
        <p:spPr>
          <a:xfrm flipH="1" flipV="1">
            <a:off x="927000" y="1800000"/>
            <a:ext cx="1103760" cy="17384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4" name=""/>
          <p:cNvSpPr/>
          <p:nvPr/>
        </p:nvSpPr>
        <p:spPr>
          <a:xfrm rot="16200000">
            <a:off x="857160" y="17510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5" name=""/>
          <p:cNvSpPr/>
          <p:nvPr/>
        </p:nvSpPr>
        <p:spPr>
          <a:xfrm rot="16200000">
            <a:off x="1982160" y="34862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6" name=""/>
          <p:cNvSpPr/>
          <p:nvPr/>
        </p:nvSpPr>
        <p:spPr>
          <a:xfrm>
            <a:off x="7734240" y="246960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Х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586480" y="157248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8553240" y="140580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7454880" y="121896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7176240" y="37800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Ч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 flipH="1">
            <a:off x="5874120" y="709200"/>
            <a:ext cx="1440000" cy="11876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2" name=""/>
          <p:cNvSpPr/>
          <p:nvPr/>
        </p:nvSpPr>
        <p:spPr>
          <a:xfrm>
            <a:off x="6824880" y="367128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300000" y="380952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З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317200" y="390492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Б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7629480" y="393372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Е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8311320" y="338760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7313760" y="709200"/>
            <a:ext cx="180360" cy="8276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8" name=""/>
          <p:cNvSpPr/>
          <p:nvPr/>
        </p:nvSpPr>
        <p:spPr>
          <a:xfrm>
            <a:off x="7313760" y="709200"/>
            <a:ext cx="1260360" cy="10033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9" name=""/>
          <p:cNvSpPr/>
          <p:nvPr/>
        </p:nvSpPr>
        <p:spPr>
          <a:xfrm>
            <a:off x="7501680" y="1536840"/>
            <a:ext cx="1080000" cy="1756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0" name=""/>
          <p:cNvSpPr/>
          <p:nvPr/>
        </p:nvSpPr>
        <p:spPr>
          <a:xfrm flipH="1">
            <a:off x="5874120" y="1536840"/>
            <a:ext cx="1620000" cy="3600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1" name=""/>
          <p:cNvSpPr/>
          <p:nvPr/>
        </p:nvSpPr>
        <p:spPr>
          <a:xfrm rot="16200000">
            <a:off x="7259760" y="6555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2" name=""/>
          <p:cNvSpPr/>
          <p:nvPr/>
        </p:nvSpPr>
        <p:spPr>
          <a:xfrm flipH="1" flipV="1">
            <a:off x="5874120" y="1896840"/>
            <a:ext cx="1860120" cy="8629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3" name=""/>
          <p:cNvSpPr/>
          <p:nvPr/>
        </p:nvSpPr>
        <p:spPr>
          <a:xfrm flipH="1" flipV="1">
            <a:off x="7494120" y="1536840"/>
            <a:ext cx="240120" cy="12229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4" name=""/>
          <p:cNvSpPr/>
          <p:nvPr/>
        </p:nvSpPr>
        <p:spPr>
          <a:xfrm>
            <a:off x="7734240" y="2759760"/>
            <a:ext cx="577080" cy="6800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5" name=""/>
          <p:cNvSpPr/>
          <p:nvPr/>
        </p:nvSpPr>
        <p:spPr>
          <a:xfrm>
            <a:off x="7734240" y="2759760"/>
            <a:ext cx="360" cy="11682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6" name=""/>
          <p:cNvSpPr/>
          <p:nvPr/>
        </p:nvSpPr>
        <p:spPr>
          <a:xfrm flipH="1">
            <a:off x="7004880" y="2759760"/>
            <a:ext cx="729360" cy="8755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7" name=""/>
          <p:cNvSpPr/>
          <p:nvPr/>
        </p:nvSpPr>
        <p:spPr>
          <a:xfrm flipH="1">
            <a:off x="6286320" y="3644280"/>
            <a:ext cx="745200" cy="1821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8" name=""/>
          <p:cNvSpPr/>
          <p:nvPr/>
        </p:nvSpPr>
        <p:spPr>
          <a:xfrm flipH="1" flipV="1">
            <a:off x="7004880" y="3635280"/>
            <a:ext cx="729360" cy="2984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9" name=""/>
          <p:cNvSpPr/>
          <p:nvPr/>
        </p:nvSpPr>
        <p:spPr>
          <a:xfrm rot="16200000">
            <a:off x="7674120" y="38808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0" name=""/>
          <p:cNvSpPr/>
          <p:nvPr/>
        </p:nvSpPr>
        <p:spPr>
          <a:xfrm rot="16200000">
            <a:off x="8253360" y="33915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1" name=""/>
          <p:cNvSpPr/>
          <p:nvPr/>
        </p:nvSpPr>
        <p:spPr>
          <a:xfrm flipH="1">
            <a:off x="5535360" y="3826440"/>
            <a:ext cx="750960" cy="4132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2" name=""/>
          <p:cNvSpPr/>
          <p:nvPr/>
        </p:nvSpPr>
        <p:spPr>
          <a:xfrm rot="16200000">
            <a:off x="5499720" y="41850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3" name=""/>
          <p:cNvSpPr/>
          <p:nvPr/>
        </p:nvSpPr>
        <p:spPr>
          <a:xfrm>
            <a:off x="5874120" y="1896840"/>
            <a:ext cx="412200" cy="1929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4" name=""/>
          <p:cNvSpPr/>
          <p:nvPr/>
        </p:nvSpPr>
        <p:spPr>
          <a:xfrm rot="16200000">
            <a:off x="6234120" y="37735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5" name=""/>
          <p:cNvSpPr/>
          <p:nvPr/>
        </p:nvSpPr>
        <p:spPr>
          <a:xfrm flipH="1" flipV="1">
            <a:off x="5901120" y="1896840"/>
            <a:ext cx="1103760" cy="17384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6" name=""/>
          <p:cNvSpPr/>
          <p:nvPr/>
        </p:nvSpPr>
        <p:spPr>
          <a:xfrm rot="16200000">
            <a:off x="5831280" y="18478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7" name=""/>
          <p:cNvSpPr/>
          <p:nvPr/>
        </p:nvSpPr>
        <p:spPr>
          <a:xfrm rot="16200000">
            <a:off x="6956280" y="35830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8" name=""/>
          <p:cNvSpPr/>
          <p:nvPr/>
        </p:nvSpPr>
        <p:spPr>
          <a:xfrm>
            <a:off x="7734240" y="2733480"/>
            <a:ext cx="1080000" cy="1756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9" name=""/>
          <p:cNvSpPr/>
          <p:nvPr/>
        </p:nvSpPr>
        <p:spPr>
          <a:xfrm rot="16200000">
            <a:off x="7674120" y="26935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0" name=""/>
          <p:cNvSpPr/>
          <p:nvPr/>
        </p:nvSpPr>
        <p:spPr>
          <a:xfrm>
            <a:off x="8574120" y="1712520"/>
            <a:ext cx="216000" cy="11966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1" name=""/>
          <p:cNvSpPr/>
          <p:nvPr/>
        </p:nvSpPr>
        <p:spPr>
          <a:xfrm rot="16200000">
            <a:off x="8517240" y="16624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2" name=""/>
          <p:cNvSpPr/>
          <p:nvPr/>
        </p:nvSpPr>
        <p:spPr>
          <a:xfrm rot="16200000">
            <a:off x="7440480" y="14796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3" name=""/>
          <p:cNvSpPr/>
          <p:nvPr/>
        </p:nvSpPr>
        <p:spPr>
          <a:xfrm rot="16200000">
            <a:off x="8743320" y="28602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>
            <a:off x="2552040" y="252072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Х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1116720" y="147600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3867480" y="206532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3021120" y="119448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3377880" y="39060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Ч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 flipH="1">
            <a:off x="1404360" y="545040"/>
            <a:ext cx="1942560" cy="12553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0" name=""/>
          <p:cNvSpPr/>
          <p:nvPr/>
        </p:nvSpPr>
        <p:spPr>
          <a:xfrm>
            <a:off x="2098800" y="285156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146240" y="374904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З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559440" y="319644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Б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2802240" y="378036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Е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3569040" y="339948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391920" y="230976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 flipH="1">
            <a:off x="3024360" y="545040"/>
            <a:ext cx="322560" cy="8953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7" name=""/>
          <p:cNvSpPr/>
          <p:nvPr/>
        </p:nvSpPr>
        <p:spPr>
          <a:xfrm>
            <a:off x="3346920" y="510120"/>
            <a:ext cx="562680" cy="18813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8" name=""/>
          <p:cNvSpPr/>
          <p:nvPr/>
        </p:nvSpPr>
        <p:spPr>
          <a:xfrm>
            <a:off x="3031920" y="1440360"/>
            <a:ext cx="877680" cy="9511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9" name=""/>
          <p:cNvSpPr/>
          <p:nvPr/>
        </p:nvSpPr>
        <p:spPr>
          <a:xfrm flipH="1">
            <a:off x="1404360" y="1440360"/>
            <a:ext cx="1620000" cy="3600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0" name=""/>
          <p:cNvSpPr/>
          <p:nvPr/>
        </p:nvSpPr>
        <p:spPr>
          <a:xfrm rot="16200000">
            <a:off x="3288240" y="4770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1" name=""/>
          <p:cNvSpPr/>
          <p:nvPr/>
        </p:nvSpPr>
        <p:spPr>
          <a:xfrm rot="16200000">
            <a:off x="3842280" y="23338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2" name=""/>
          <p:cNvSpPr/>
          <p:nvPr/>
        </p:nvSpPr>
        <p:spPr>
          <a:xfrm flipH="1" flipV="1">
            <a:off x="1404360" y="1800360"/>
            <a:ext cx="1479600" cy="1209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3" name=""/>
          <p:cNvSpPr/>
          <p:nvPr/>
        </p:nvSpPr>
        <p:spPr>
          <a:xfrm flipV="1">
            <a:off x="2883960" y="1409760"/>
            <a:ext cx="140400" cy="16002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4" name=""/>
          <p:cNvSpPr/>
          <p:nvPr/>
        </p:nvSpPr>
        <p:spPr>
          <a:xfrm>
            <a:off x="2883960" y="3009960"/>
            <a:ext cx="816120" cy="7495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5" name=""/>
          <p:cNvSpPr/>
          <p:nvPr/>
        </p:nvSpPr>
        <p:spPr>
          <a:xfrm rot="16200000">
            <a:off x="2970720" y="13831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6" name=""/>
          <p:cNvSpPr/>
          <p:nvPr/>
        </p:nvSpPr>
        <p:spPr>
          <a:xfrm>
            <a:off x="3162240" y="3834000"/>
            <a:ext cx="338040" cy="5619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7" name=""/>
          <p:cNvSpPr/>
          <p:nvPr/>
        </p:nvSpPr>
        <p:spPr>
          <a:xfrm flipH="1">
            <a:off x="2194560" y="3009960"/>
            <a:ext cx="689400" cy="201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8" name=""/>
          <p:cNvSpPr/>
          <p:nvPr/>
        </p:nvSpPr>
        <p:spPr>
          <a:xfrm flipH="1">
            <a:off x="1312560" y="3211560"/>
            <a:ext cx="882000" cy="5184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9" name=""/>
          <p:cNvSpPr/>
          <p:nvPr/>
        </p:nvSpPr>
        <p:spPr>
          <a:xfrm flipH="1" flipV="1">
            <a:off x="2194560" y="3211560"/>
            <a:ext cx="939240" cy="6080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0" name=""/>
          <p:cNvSpPr/>
          <p:nvPr/>
        </p:nvSpPr>
        <p:spPr>
          <a:xfrm rot="16200000">
            <a:off x="3096360" y="37843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1" name=""/>
          <p:cNvSpPr/>
          <p:nvPr/>
        </p:nvSpPr>
        <p:spPr>
          <a:xfrm rot="16200000">
            <a:off x="2826000" y="29703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2" name=""/>
          <p:cNvSpPr/>
          <p:nvPr/>
        </p:nvSpPr>
        <p:spPr>
          <a:xfrm flipH="1" flipV="1">
            <a:off x="890640" y="3467160"/>
            <a:ext cx="421920" cy="2628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3" name=""/>
          <p:cNvSpPr/>
          <p:nvPr/>
        </p:nvSpPr>
        <p:spPr>
          <a:xfrm rot="16200000">
            <a:off x="837720" y="34135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4" name=""/>
          <p:cNvSpPr/>
          <p:nvPr/>
        </p:nvSpPr>
        <p:spPr>
          <a:xfrm flipH="1">
            <a:off x="1312560" y="2981520"/>
            <a:ext cx="358920" cy="7484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5" name=""/>
          <p:cNvSpPr/>
          <p:nvPr/>
        </p:nvSpPr>
        <p:spPr>
          <a:xfrm rot="16200000">
            <a:off x="1260360" y="36770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6" name=""/>
          <p:cNvSpPr/>
          <p:nvPr/>
        </p:nvSpPr>
        <p:spPr>
          <a:xfrm flipH="1" flipV="1">
            <a:off x="1404360" y="1800360"/>
            <a:ext cx="790200" cy="14112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7" name=""/>
          <p:cNvSpPr/>
          <p:nvPr/>
        </p:nvSpPr>
        <p:spPr>
          <a:xfrm rot="16200000">
            <a:off x="2135160" y="31514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8" name=""/>
          <p:cNvSpPr/>
          <p:nvPr/>
        </p:nvSpPr>
        <p:spPr>
          <a:xfrm>
            <a:off x="1671480" y="292788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1404360" y="1800360"/>
            <a:ext cx="267120" cy="1209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0" name=""/>
          <p:cNvSpPr/>
          <p:nvPr/>
        </p:nvSpPr>
        <p:spPr>
          <a:xfrm rot="16200000">
            <a:off x="1606320" y="29318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1" name=""/>
          <p:cNvSpPr/>
          <p:nvPr/>
        </p:nvSpPr>
        <p:spPr>
          <a:xfrm rot="16200000">
            <a:off x="1361520" y="17514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2" name=""/>
          <p:cNvSpPr/>
          <p:nvPr/>
        </p:nvSpPr>
        <p:spPr>
          <a:xfrm flipH="1">
            <a:off x="3500280" y="3759480"/>
            <a:ext cx="199800" cy="6364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3" name=""/>
          <p:cNvSpPr/>
          <p:nvPr/>
        </p:nvSpPr>
        <p:spPr>
          <a:xfrm rot="16200000">
            <a:off x="3638880" y="37062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4" name=""/>
          <p:cNvSpPr/>
          <p:nvPr/>
        </p:nvSpPr>
        <p:spPr>
          <a:xfrm rot="16200000">
            <a:off x="3449160" y="43365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5" name=""/>
          <p:cNvSpPr/>
          <p:nvPr/>
        </p:nvSpPr>
        <p:spPr>
          <a:xfrm>
            <a:off x="3500280" y="412344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 flipH="1">
            <a:off x="3093480" y="2666880"/>
            <a:ext cx="499680" cy="190800"/>
          </a:xfrm>
          <a:prstGeom prst="line">
            <a:avLst/>
          </a:prstGeom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7" name=""/>
          <p:cNvSpPr/>
          <p:nvPr/>
        </p:nvSpPr>
        <p:spPr>
          <a:xfrm flipH="1" flipV="1">
            <a:off x="3563640" y="2666880"/>
            <a:ext cx="584280" cy="263880"/>
          </a:xfrm>
          <a:prstGeom prst="line">
            <a:avLst/>
          </a:prstGeom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8" name=""/>
          <p:cNvSpPr/>
          <p:nvPr/>
        </p:nvSpPr>
        <p:spPr>
          <a:xfrm rot="16200000">
            <a:off x="3030840" y="27986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9" name=""/>
          <p:cNvSpPr/>
          <p:nvPr/>
        </p:nvSpPr>
        <p:spPr>
          <a:xfrm rot="16200000">
            <a:off x="4095000" y="28760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0" name=""/>
          <p:cNvSpPr/>
          <p:nvPr/>
        </p:nvSpPr>
        <p:spPr>
          <a:xfrm rot="16200000">
            <a:off x="3521880" y="26240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1" name=""/>
          <p:cNvSpPr/>
          <p:nvPr/>
        </p:nvSpPr>
        <p:spPr>
          <a:xfrm>
            <a:off x="2936880" y="252288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Ф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3959640" y="2597400"/>
            <a:ext cx="356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flipH="1">
            <a:off x="3397680" y="2254680"/>
            <a:ext cx="966600" cy="5716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4" name=""/>
          <p:cNvSpPr/>
          <p:nvPr/>
        </p:nvSpPr>
        <p:spPr>
          <a:xfrm flipH="1">
            <a:off x="3429000" y="1558440"/>
            <a:ext cx="1239840" cy="6375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5" name=""/>
          <p:cNvSpPr/>
          <p:nvPr/>
        </p:nvSpPr>
        <p:spPr>
          <a:xfrm flipH="1">
            <a:off x="4364280" y="1558440"/>
            <a:ext cx="304560" cy="6962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6" name=""/>
          <p:cNvSpPr/>
          <p:nvPr/>
        </p:nvSpPr>
        <p:spPr>
          <a:xfrm>
            <a:off x="4668840" y="1558440"/>
            <a:ext cx="727560" cy="6825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7" name=""/>
          <p:cNvSpPr/>
          <p:nvPr/>
        </p:nvSpPr>
        <p:spPr>
          <a:xfrm flipH="1">
            <a:off x="4880160" y="2819160"/>
            <a:ext cx="1361160" cy="5788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8" name=""/>
          <p:cNvSpPr/>
          <p:nvPr/>
        </p:nvSpPr>
        <p:spPr>
          <a:xfrm flipH="1">
            <a:off x="5728680" y="2819160"/>
            <a:ext cx="512640" cy="5788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9" name=""/>
          <p:cNvSpPr/>
          <p:nvPr/>
        </p:nvSpPr>
        <p:spPr>
          <a:xfrm>
            <a:off x="6241320" y="2819160"/>
            <a:ext cx="384480" cy="5821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0" name=""/>
          <p:cNvSpPr/>
          <p:nvPr/>
        </p:nvSpPr>
        <p:spPr>
          <a:xfrm flipH="1">
            <a:off x="4478400" y="2241000"/>
            <a:ext cx="918000" cy="588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1" name=""/>
          <p:cNvSpPr/>
          <p:nvPr/>
        </p:nvSpPr>
        <p:spPr>
          <a:xfrm flipH="1">
            <a:off x="5375520" y="2241000"/>
            <a:ext cx="20880" cy="588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2" name=""/>
          <p:cNvSpPr/>
          <p:nvPr/>
        </p:nvSpPr>
        <p:spPr>
          <a:xfrm>
            <a:off x="5396400" y="2241000"/>
            <a:ext cx="844920" cy="5781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3" name=""/>
          <p:cNvSpPr/>
          <p:nvPr/>
        </p:nvSpPr>
        <p:spPr>
          <a:xfrm rot="16200000">
            <a:off x="3380040" y="21452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4" name=""/>
          <p:cNvSpPr/>
          <p:nvPr/>
        </p:nvSpPr>
        <p:spPr>
          <a:xfrm rot="16200000">
            <a:off x="4612680" y="15048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5" name=""/>
          <p:cNvSpPr/>
          <p:nvPr/>
        </p:nvSpPr>
        <p:spPr>
          <a:xfrm rot="16200000">
            <a:off x="4313160" y="21927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6" name=""/>
          <p:cNvSpPr/>
          <p:nvPr/>
        </p:nvSpPr>
        <p:spPr>
          <a:xfrm rot="16200000">
            <a:off x="3341880" y="27694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7" name=""/>
          <p:cNvSpPr/>
          <p:nvPr/>
        </p:nvSpPr>
        <p:spPr>
          <a:xfrm rot="16200000">
            <a:off x="4426200" y="27694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8" name=""/>
          <p:cNvSpPr/>
          <p:nvPr/>
        </p:nvSpPr>
        <p:spPr>
          <a:xfrm rot="16200000">
            <a:off x="5331600" y="21826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9" name=""/>
          <p:cNvSpPr/>
          <p:nvPr/>
        </p:nvSpPr>
        <p:spPr>
          <a:xfrm rot="16200000">
            <a:off x="5319720" y="27622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0" name=""/>
          <p:cNvSpPr/>
          <p:nvPr/>
        </p:nvSpPr>
        <p:spPr>
          <a:xfrm rot="16200000">
            <a:off x="6181920" y="27622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1" name=""/>
          <p:cNvSpPr/>
          <p:nvPr/>
        </p:nvSpPr>
        <p:spPr>
          <a:xfrm rot="16200000">
            <a:off x="5679720" y="33480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2" name=""/>
          <p:cNvSpPr/>
          <p:nvPr/>
        </p:nvSpPr>
        <p:spPr>
          <a:xfrm rot="16200000">
            <a:off x="4827600" y="33548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3" name=""/>
          <p:cNvSpPr/>
          <p:nvPr/>
        </p:nvSpPr>
        <p:spPr>
          <a:xfrm rot="16200000">
            <a:off x="6559920" y="33444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>
            <a:off x="3024000" y="2176200"/>
            <a:ext cx="524160" cy="3297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5" name=""/>
          <p:cNvSpPr/>
          <p:nvPr/>
        </p:nvSpPr>
        <p:spPr>
          <a:xfrm flipH="1">
            <a:off x="3548160" y="2112480"/>
            <a:ext cx="672480" cy="3934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6" name=""/>
          <p:cNvSpPr/>
          <p:nvPr/>
        </p:nvSpPr>
        <p:spPr>
          <a:xfrm>
            <a:off x="4224960" y="1608840"/>
            <a:ext cx="360" cy="5036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7" name=""/>
          <p:cNvSpPr/>
          <p:nvPr/>
        </p:nvSpPr>
        <p:spPr>
          <a:xfrm>
            <a:off x="4220640" y="2112480"/>
            <a:ext cx="360" cy="2962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8" name=""/>
          <p:cNvSpPr/>
          <p:nvPr/>
        </p:nvSpPr>
        <p:spPr>
          <a:xfrm>
            <a:off x="4220640" y="2112480"/>
            <a:ext cx="681480" cy="3808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9" name=""/>
          <p:cNvSpPr/>
          <p:nvPr/>
        </p:nvSpPr>
        <p:spPr>
          <a:xfrm flipV="1">
            <a:off x="4381560" y="3242880"/>
            <a:ext cx="520560" cy="3006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0" name=""/>
          <p:cNvSpPr/>
          <p:nvPr/>
        </p:nvSpPr>
        <p:spPr>
          <a:xfrm flipH="1">
            <a:off x="4902120" y="2239560"/>
            <a:ext cx="4320" cy="2538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1" name=""/>
          <p:cNvSpPr/>
          <p:nvPr/>
        </p:nvSpPr>
        <p:spPr>
          <a:xfrm>
            <a:off x="4902120" y="2493360"/>
            <a:ext cx="360" cy="7408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2" name=""/>
          <p:cNvSpPr/>
          <p:nvPr/>
        </p:nvSpPr>
        <p:spPr>
          <a:xfrm flipV="1">
            <a:off x="4902120" y="2108160"/>
            <a:ext cx="698400" cy="3852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3" name=""/>
          <p:cNvSpPr/>
          <p:nvPr/>
        </p:nvSpPr>
        <p:spPr>
          <a:xfrm>
            <a:off x="5592240" y="2108160"/>
            <a:ext cx="360" cy="2793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4" name=""/>
          <p:cNvSpPr/>
          <p:nvPr/>
        </p:nvSpPr>
        <p:spPr>
          <a:xfrm>
            <a:off x="5592240" y="1600200"/>
            <a:ext cx="360" cy="5079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5" name=""/>
          <p:cNvSpPr/>
          <p:nvPr/>
        </p:nvSpPr>
        <p:spPr>
          <a:xfrm flipH="1" flipV="1">
            <a:off x="5592240" y="2108160"/>
            <a:ext cx="673200" cy="3967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6" name=""/>
          <p:cNvSpPr/>
          <p:nvPr/>
        </p:nvSpPr>
        <p:spPr>
          <a:xfrm flipH="1">
            <a:off x="6265440" y="2180160"/>
            <a:ext cx="563040" cy="3247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7" name=""/>
          <p:cNvSpPr/>
          <p:nvPr/>
        </p:nvSpPr>
        <p:spPr>
          <a:xfrm rot="16200000">
            <a:off x="4173480" y="15613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8" name=""/>
          <p:cNvSpPr/>
          <p:nvPr/>
        </p:nvSpPr>
        <p:spPr>
          <a:xfrm rot="16200000">
            <a:off x="2979000" y="21247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9" name=""/>
          <p:cNvSpPr/>
          <p:nvPr/>
        </p:nvSpPr>
        <p:spPr>
          <a:xfrm rot="16200000">
            <a:off x="3500640" y="2449800"/>
            <a:ext cx="103320" cy="103320"/>
          </a:xfrm>
          <a:prstGeom prst="ellipse">
            <a:avLst/>
          </a:prstGeom>
          <a:solidFill>
            <a:srgbClr val="ff0000"/>
          </a:solidFill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36360" bIns="3636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0" name=""/>
          <p:cNvSpPr/>
          <p:nvPr/>
        </p:nvSpPr>
        <p:spPr>
          <a:xfrm rot="16200000">
            <a:off x="4163400" y="23558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1" name=""/>
          <p:cNvSpPr/>
          <p:nvPr/>
        </p:nvSpPr>
        <p:spPr>
          <a:xfrm rot="16200000">
            <a:off x="4850280" y="24235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2" name=""/>
          <p:cNvSpPr/>
          <p:nvPr/>
        </p:nvSpPr>
        <p:spPr>
          <a:xfrm rot="16200000">
            <a:off x="4851000" y="21956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3" name=""/>
          <p:cNvSpPr/>
          <p:nvPr/>
        </p:nvSpPr>
        <p:spPr>
          <a:xfrm rot="16200000">
            <a:off x="4163760" y="20642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4" name=""/>
          <p:cNvSpPr/>
          <p:nvPr/>
        </p:nvSpPr>
        <p:spPr>
          <a:xfrm rot="16200000">
            <a:off x="5533200" y="15519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5" name=""/>
          <p:cNvSpPr/>
          <p:nvPr/>
        </p:nvSpPr>
        <p:spPr>
          <a:xfrm rot="16200000">
            <a:off x="5534280" y="20556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6" name=""/>
          <p:cNvSpPr/>
          <p:nvPr/>
        </p:nvSpPr>
        <p:spPr>
          <a:xfrm rot="16200000">
            <a:off x="5534280" y="23277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7" name=""/>
          <p:cNvSpPr/>
          <p:nvPr/>
        </p:nvSpPr>
        <p:spPr>
          <a:xfrm rot="16200000">
            <a:off x="6215760" y="2458440"/>
            <a:ext cx="103320" cy="103320"/>
          </a:xfrm>
          <a:prstGeom prst="ellipse">
            <a:avLst/>
          </a:prstGeom>
          <a:solidFill>
            <a:srgbClr val="ff0000"/>
          </a:solidFill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36360" bIns="3636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8" name=""/>
          <p:cNvSpPr/>
          <p:nvPr/>
        </p:nvSpPr>
        <p:spPr>
          <a:xfrm rot="16200000">
            <a:off x="6767640" y="213336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9" name=""/>
          <p:cNvSpPr/>
          <p:nvPr/>
        </p:nvSpPr>
        <p:spPr>
          <a:xfrm rot="16200000">
            <a:off x="4850280" y="3197160"/>
            <a:ext cx="103320" cy="103320"/>
          </a:xfrm>
          <a:prstGeom prst="ellipse">
            <a:avLst/>
          </a:prstGeom>
          <a:solidFill>
            <a:srgbClr val="ff0000"/>
          </a:solidFill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36360" bIns="3636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0" name=""/>
          <p:cNvSpPr/>
          <p:nvPr/>
        </p:nvSpPr>
        <p:spPr>
          <a:xfrm rot="16200000">
            <a:off x="4336200" y="34894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 flipH="1">
            <a:off x="3837600" y="2635920"/>
            <a:ext cx="318960" cy="3776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2" name=""/>
          <p:cNvSpPr/>
          <p:nvPr/>
        </p:nvSpPr>
        <p:spPr>
          <a:xfrm flipH="1">
            <a:off x="4156560" y="2365560"/>
            <a:ext cx="3240" cy="2703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3" name=""/>
          <p:cNvSpPr/>
          <p:nvPr/>
        </p:nvSpPr>
        <p:spPr>
          <a:xfrm flipH="1">
            <a:off x="4156560" y="1908360"/>
            <a:ext cx="3240" cy="4572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4" name=""/>
          <p:cNvSpPr/>
          <p:nvPr/>
        </p:nvSpPr>
        <p:spPr>
          <a:xfrm>
            <a:off x="4156560" y="2636280"/>
            <a:ext cx="342720" cy="3632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5" name=""/>
          <p:cNvSpPr/>
          <p:nvPr/>
        </p:nvSpPr>
        <p:spPr>
          <a:xfrm flipV="1">
            <a:off x="4156560" y="2999880"/>
            <a:ext cx="342720" cy="3668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6" name=""/>
          <p:cNvSpPr/>
          <p:nvPr/>
        </p:nvSpPr>
        <p:spPr>
          <a:xfrm flipH="1" flipV="1">
            <a:off x="3837600" y="2992680"/>
            <a:ext cx="318960" cy="3744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7" name=""/>
          <p:cNvSpPr/>
          <p:nvPr/>
        </p:nvSpPr>
        <p:spPr>
          <a:xfrm>
            <a:off x="4156560" y="3367080"/>
            <a:ext cx="3240" cy="2487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8" name=""/>
          <p:cNvSpPr/>
          <p:nvPr/>
        </p:nvSpPr>
        <p:spPr>
          <a:xfrm flipV="1">
            <a:off x="4159800" y="3616200"/>
            <a:ext cx="360" cy="3286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9" name=""/>
          <p:cNvSpPr/>
          <p:nvPr/>
        </p:nvSpPr>
        <p:spPr>
          <a:xfrm flipH="1">
            <a:off x="4160520" y="3615840"/>
            <a:ext cx="1353600" cy="7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2280" bIns="-6228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0" name=""/>
          <p:cNvSpPr/>
          <p:nvPr/>
        </p:nvSpPr>
        <p:spPr>
          <a:xfrm flipV="1">
            <a:off x="5503680" y="2995920"/>
            <a:ext cx="360" cy="61992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1" name=""/>
          <p:cNvSpPr/>
          <p:nvPr/>
        </p:nvSpPr>
        <p:spPr>
          <a:xfrm flipH="1">
            <a:off x="5503680" y="2355120"/>
            <a:ext cx="7200" cy="6408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2" name=""/>
          <p:cNvSpPr/>
          <p:nvPr/>
        </p:nvSpPr>
        <p:spPr>
          <a:xfrm flipH="1">
            <a:off x="4942800" y="2355120"/>
            <a:ext cx="568080" cy="140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48960" bIns="-489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3" name=""/>
          <p:cNvSpPr/>
          <p:nvPr/>
        </p:nvSpPr>
        <p:spPr>
          <a:xfrm>
            <a:off x="4156560" y="2365560"/>
            <a:ext cx="786240" cy="396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59040" bIns="-5904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4" name=""/>
          <p:cNvSpPr/>
          <p:nvPr/>
        </p:nvSpPr>
        <p:spPr>
          <a:xfrm>
            <a:off x="5510880" y="2355480"/>
            <a:ext cx="775800" cy="64404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5" name=""/>
          <p:cNvSpPr/>
          <p:nvPr/>
        </p:nvSpPr>
        <p:spPr>
          <a:xfrm flipV="1">
            <a:off x="5503680" y="2999880"/>
            <a:ext cx="783360" cy="61668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6" name=""/>
          <p:cNvSpPr/>
          <p:nvPr/>
        </p:nvSpPr>
        <p:spPr>
          <a:xfrm rot="16200000">
            <a:off x="6226920" y="29401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7" name=""/>
          <p:cNvSpPr/>
          <p:nvPr/>
        </p:nvSpPr>
        <p:spPr>
          <a:xfrm rot="16200000">
            <a:off x="5451480" y="29509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8" name=""/>
          <p:cNvSpPr/>
          <p:nvPr/>
        </p:nvSpPr>
        <p:spPr>
          <a:xfrm rot="16200000">
            <a:off x="5457960" y="23180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9" name=""/>
          <p:cNvSpPr/>
          <p:nvPr/>
        </p:nvSpPr>
        <p:spPr>
          <a:xfrm rot="16200000">
            <a:off x="5452920" y="35629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0" name=""/>
          <p:cNvSpPr/>
          <p:nvPr/>
        </p:nvSpPr>
        <p:spPr>
          <a:xfrm rot="16200000">
            <a:off x="4105800" y="35640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1" name=""/>
          <p:cNvSpPr/>
          <p:nvPr/>
        </p:nvSpPr>
        <p:spPr>
          <a:xfrm rot="16200000">
            <a:off x="4101480" y="33058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2" name=""/>
          <p:cNvSpPr/>
          <p:nvPr/>
        </p:nvSpPr>
        <p:spPr>
          <a:xfrm rot="16200000">
            <a:off x="4435560" y="29401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3" name=""/>
          <p:cNvSpPr/>
          <p:nvPr/>
        </p:nvSpPr>
        <p:spPr>
          <a:xfrm rot="16200000">
            <a:off x="3793320" y="295668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4" name=""/>
          <p:cNvSpPr/>
          <p:nvPr/>
        </p:nvSpPr>
        <p:spPr>
          <a:xfrm rot="16200000">
            <a:off x="4101480" y="25909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5" name=""/>
          <p:cNvSpPr/>
          <p:nvPr/>
        </p:nvSpPr>
        <p:spPr>
          <a:xfrm rot="16200000">
            <a:off x="4105080" y="23119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6" name=""/>
          <p:cNvSpPr/>
          <p:nvPr/>
        </p:nvSpPr>
        <p:spPr>
          <a:xfrm rot="16200000">
            <a:off x="4105440" y="186660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7" name=""/>
          <p:cNvSpPr/>
          <p:nvPr/>
        </p:nvSpPr>
        <p:spPr>
          <a:xfrm rot="16200000">
            <a:off x="4890600" y="231552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8" name=""/>
          <p:cNvSpPr/>
          <p:nvPr/>
        </p:nvSpPr>
        <p:spPr>
          <a:xfrm rot="16200000">
            <a:off x="4107240" y="3884040"/>
            <a:ext cx="103320" cy="1033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2025-11-16T12:44:04Z</dcterms:created>
  <dc:creator/>
  <dc:description/>
  <dc:language>ru-RU</dc:language>
  <cp:lastModifiedBy/>
  <dcterms:modified xsi:type="dcterms:W3CDTF">2025-12-02T08:19:01Z</dcterms:modified>
  <cp:revision>38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