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E38985-C667-4A2C-A70E-97F14F5C78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186EC8-5FB8-42D0-8307-BA90B4B314EF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2"/>
          <p:cNvSpPr/>
          <p:nvPr/>
        </p:nvSpPr>
        <p:spPr>
          <a:xfrm>
            <a:off x="2286000" y="45720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Shape 1"/>
          <p:cNvSpPr/>
          <p:nvPr/>
        </p:nvSpPr>
        <p:spPr>
          <a:xfrm>
            <a:off x="2944080" y="45720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" name="Shape 3"/>
          <p:cNvSpPr/>
          <p:nvPr/>
        </p:nvSpPr>
        <p:spPr>
          <a:xfrm>
            <a:off x="3602160" y="45720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" name="Shape 4"/>
          <p:cNvSpPr/>
          <p:nvPr/>
        </p:nvSpPr>
        <p:spPr>
          <a:xfrm>
            <a:off x="2286000" y="111528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" name="Shape 5"/>
          <p:cNvSpPr/>
          <p:nvPr/>
        </p:nvSpPr>
        <p:spPr>
          <a:xfrm>
            <a:off x="2944080" y="111528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Shape 6"/>
          <p:cNvSpPr/>
          <p:nvPr/>
        </p:nvSpPr>
        <p:spPr>
          <a:xfrm>
            <a:off x="2944080" y="177336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Shape 7"/>
          <p:cNvSpPr/>
          <p:nvPr/>
        </p:nvSpPr>
        <p:spPr>
          <a:xfrm>
            <a:off x="3602160" y="111528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" name="Shape 8"/>
          <p:cNvSpPr/>
          <p:nvPr/>
        </p:nvSpPr>
        <p:spPr>
          <a:xfrm>
            <a:off x="3602160" y="177336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Shape 9"/>
          <p:cNvSpPr/>
          <p:nvPr/>
        </p:nvSpPr>
        <p:spPr>
          <a:xfrm>
            <a:off x="2286000" y="177336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2350440" y="538200"/>
            <a:ext cx="509760" cy="50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 descr=""/>
          <p:cNvPicPr/>
          <p:nvPr/>
        </p:nvPicPr>
        <p:blipFill>
          <a:blip r:embed="rId2"/>
          <a:stretch/>
        </p:blipFill>
        <p:spPr>
          <a:xfrm>
            <a:off x="3669120" y="538200"/>
            <a:ext cx="509760" cy="50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 descr=""/>
          <p:cNvPicPr/>
          <p:nvPr/>
        </p:nvPicPr>
        <p:blipFill>
          <a:blip r:embed="rId3"/>
          <a:stretch/>
        </p:blipFill>
        <p:spPr>
          <a:xfrm>
            <a:off x="3661560" y="1828440"/>
            <a:ext cx="517320" cy="50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" descr=""/>
          <p:cNvPicPr/>
          <p:nvPr/>
        </p:nvPicPr>
        <p:blipFill>
          <a:blip r:embed="rId4"/>
          <a:stretch/>
        </p:blipFill>
        <p:spPr>
          <a:xfrm>
            <a:off x="2325960" y="1828440"/>
            <a:ext cx="51732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Shape 10"/>
          <p:cNvSpPr/>
          <p:nvPr/>
        </p:nvSpPr>
        <p:spPr>
          <a:xfrm>
            <a:off x="4800600" y="45720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Shape 11"/>
          <p:cNvSpPr/>
          <p:nvPr/>
        </p:nvSpPr>
        <p:spPr>
          <a:xfrm>
            <a:off x="5458680" y="45720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" name="Shape 12"/>
          <p:cNvSpPr/>
          <p:nvPr/>
        </p:nvSpPr>
        <p:spPr>
          <a:xfrm>
            <a:off x="6116760" y="45720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Shape 13"/>
          <p:cNvSpPr/>
          <p:nvPr/>
        </p:nvSpPr>
        <p:spPr>
          <a:xfrm>
            <a:off x="4800600" y="111528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Shape 14"/>
          <p:cNvSpPr/>
          <p:nvPr/>
        </p:nvSpPr>
        <p:spPr>
          <a:xfrm>
            <a:off x="5458680" y="111528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5458680" y="177336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Shape 16"/>
          <p:cNvSpPr/>
          <p:nvPr/>
        </p:nvSpPr>
        <p:spPr>
          <a:xfrm>
            <a:off x="6116760" y="111528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" name="Shape 17"/>
          <p:cNvSpPr/>
          <p:nvPr/>
        </p:nvSpPr>
        <p:spPr>
          <a:xfrm>
            <a:off x="6116760" y="177336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" name="Shape 18"/>
          <p:cNvSpPr/>
          <p:nvPr/>
        </p:nvSpPr>
        <p:spPr>
          <a:xfrm>
            <a:off x="4800600" y="177336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" name="" descr=""/>
          <p:cNvPicPr/>
          <p:nvPr/>
        </p:nvPicPr>
        <p:blipFill>
          <a:blip r:embed="rId5"/>
          <a:stretch/>
        </p:blipFill>
        <p:spPr>
          <a:xfrm>
            <a:off x="4872600" y="1828440"/>
            <a:ext cx="509760" cy="50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" descr=""/>
          <p:cNvPicPr/>
          <p:nvPr/>
        </p:nvPicPr>
        <p:blipFill>
          <a:blip r:embed="rId6"/>
          <a:stretch/>
        </p:blipFill>
        <p:spPr>
          <a:xfrm>
            <a:off x="6183720" y="538200"/>
            <a:ext cx="509760" cy="50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" descr=""/>
          <p:cNvPicPr/>
          <p:nvPr/>
        </p:nvPicPr>
        <p:blipFill>
          <a:blip r:embed="rId7"/>
          <a:stretch/>
        </p:blipFill>
        <p:spPr>
          <a:xfrm>
            <a:off x="6176160" y="1828440"/>
            <a:ext cx="517320" cy="50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" descr=""/>
          <p:cNvPicPr/>
          <p:nvPr/>
        </p:nvPicPr>
        <p:blipFill>
          <a:blip r:embed="rId8"/>
          <a:stretch/>
        </p:blipFill>
        <p:spPr>
          <a:xfrm>
            <a:off x="4836600" y="538200"/>
            <a:ext cx="51732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Shape 19"/>
          <p:cNvSpPr/>
          <p:nvPr/>
        </p:nvSpPr>
        <p:spPr>
          <a:xfrm>
            <a:off x="7398360" y="45720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Shape 20"/>
          <p:cNvSpPr/>
          <p:nvPr/>
        </p:nvSpPr>
        <p:spPr>
          <a:xfrm>
            <a:off x="8056440" y="45720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Shape 21"/>
          <p:cNvSpPr/>
          <p:nvPr/>
        </p:nvSpPr>
        <p:spPr>
          <a:xfrm>
            <a:off x="8714520" y="45720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Shape 22"/>
          <p:cNvSpPr/>
          <p:nvPr/>
        </p:nvSpPr>
        <p:spPr>
          <a:xfrm>
            <a:off x="7398360" y="111528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" name="Shape 23"/>
          <p:cNvSpPr/>
          <p:nvPr/>
        </p:nvSpPr>
        <p:spPr>
          <a:xfrm>
            <a:off x="8056440" y="111528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Shape 24"/>
          <p:cNvSpPr/>
          <p:nvPr/>
        </p:nvSpPr>
        <p:spPr>
          <a:xfrm>
            <a:off x="8056440" y="177336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Shape 25"/>
          <p:cNvSpPr/>
          <p:nvPr/>
        </p:nvSpPr>
        <p:spPr>
          <a:xfrm>
            <a:off x="8714520" y="1115280"/>
            <a:ext cx="657720" cy="65772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" name="Shape 26"/>
          <p:cNvSpPr/>
          <p:nvPr/>
        </p:nvSpPr>
        <p:spPr>
          <a:xfrm>
            <a:off x="8714520" y="177336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" name="Shape 27"/>
          <p:cNvSpPr/>
          <p:nvPr/>
        </p:nvSpPr>
        <p:spPr>
          <a:xfrm>
            <a:off x="7398360" y="1773360"/>
            <a:ext cx="657720" cy="657720"/>
          </a:xfrm>
          <a:prstGeom prst="rect">
            <a:avLst/>
          </a:prstGeom>
          <a:solidFill>
            <a:srgbClr val="b2b2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" name=""/>
          <p:cNvSpPr/>
          <p:nvPr/>
        </p:nvSpPr>
        <p:spPr>
          <a:xfrm>
            <a:off x="7543080" y="649800"/>
            <a:ext cx="4568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8187120" y="649800"/>
            <a:ext cx="4568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Б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8872920" y="649800"/>
            <a:ext cx="4568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8872920" y="1263960"/>
            <a:ext cx="4568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8187120" y="126396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543080" y="1263960"/>
            <a:ext cx="45684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Г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7543080" y="1915560"/>
            <a:ext cx="45684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Ж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8187120" y="1915560"/>
            <a:ext cx="45684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З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8872920" y="1915560"/>
            <a:ext cx="45684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5486400" y="2359080"/>
            <a:ext cx="6858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Финиш</a:t>
            </a:r>
            <a:endParaRPr b="0" lang="ru-RU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3015720" y="2359080"/>
            <a:ext cx="6858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Старт</a:t>
            </a:r>
            <a:endParaRPr b="0" lang="ru-RU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LibreOffice/25.8.2.2$Windows_X86_64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2025-11-09T13:06:06Z</dcterms:created>
  <dc:creator/>
  <dc:description/>
  <dc:language>en-US</dc:language>
  <cp:lastModifiedBy/>
  <dcterms:modified xsi:type="dcterms:W3CDTF">2025-11-09T19:53:24Z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