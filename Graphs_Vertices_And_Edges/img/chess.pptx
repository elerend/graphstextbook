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D9F1EA-3A5B-4217-BE5B-967131B40E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36D6DF-449C-472A-8E99-52CE9971771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/>
          <p:cNvSpPr/>
          <p:nvPr/>
        </p:nvSpPr>
        <p:spPr>
          <a:xfrm>
            <a:off x="2286000" y="45720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2944080" y="45720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3602160" y="45720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86000" y="111528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944080" y="111528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944080" y="177336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602160" y="111528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602160" y="177336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286000" y="177336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2350440" y="538200"/>
            <a:ext cx="51012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2"/>
          <a:stretch/>
        </p:blipFill>
        <p:spPr>
          <a:xfrm>
            <a:off x="3669120" y="538200"/>
            <a:ext cx="51012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" descr=""/>
          <p:cNvPicPr/>
          <p:nvPr/>
        </p:nvPicPr>
        <p:blipFill>
          <a:blip r:embed="rId3"/>
          <a:stretch/>
        </p:blipFill>
        <p:spPr>
          <a:xfrm>
            <a:off x="3661560" y="1828440"/>
            <a:ext cx="51768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" descr=""/>
          <p:cNvPicPr/>
          <p:nvPr/>
        </p:nvPicPr>
        <p:blipFill>
          <a:blip r:embed="rId4"/>
          <a:stretch/>
        </p:blipFill>
        <p:spPr>
          <a:xfrm>
            <a:off x="2325960" y="1828440"/>
            <a:ext cx="51768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hape 10"/>
          <p:cNvSpPr/>
          <p:nvPr/>
        </p:nvSpPr>
        <p:spPr>
          <a:xfrm>
            <a:off x="4800600" y="45720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5458680" y="45720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6116760" y="45720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4800600" y="111528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5458680" y="111528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5"/>
          <p:cNvSpPr/>
          <p:nvPr/>
        </p:nvSpPr>
        <p:spPr>
          <a:xfrm>
            <a:off x="5458680" y="177336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6116760" y="111528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116760" y="177336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4800600" y="177336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5"/>
          <a:stretch/>
        </p:blipFill>
        <p:spPr>
          <a:xfrm>
            <a:off x="4872600" y="1828440"/>
            <a:ext cx="51012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 descr=""/>
          <p:cNvPicPr/>
          <p:nvPr/>
        </p:nvPicPr>
        <p:blipFill>
          <a:blip r:embed="rId6"/>
          <a:stretch/>
        </p:blipFill>
        <p:spPr>
          <a:xfrm>
            <a:off x="6183720" y="538200"/>
            <a:ext cx="51012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 descr=""/>
          <p:cNvPicPr/>
          <p:nvPr/>
        </p:nvPicPr>
        <p:blipFill>
          <a:blip r:embed="rId7"/>
          <a:stretch/>
        </p:blipFill>
        <p:spPr>
          <a:xfrm>
            <a:off x="6176160" y="1828440"/>
            <a:ext cx="51768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8"/>
          <a:stretch/>
        </p:blipFill>
        <p:spPr>
          <a:xfrm>
            <a:off x="4836600" y="538200"/>
            <a:ext cx="51768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Shape 19"/>
          <p:cNvSpPr/>
          <p:nvPr/>
        </p:nvSpPr>
        <p:spPr>
          <a:xfrm>
            <a:off x="7398360" y="45720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8056440" y="45720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8714520" y="45720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7398360" y="111528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8056440" y="111528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8056440" y="177336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8714520" y="1115280"/>
            <a:ext cx="658080" cy="65808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8714520" y="177336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7"/>
          <p:cNvSpPr/>
          <p:nvPr/>
        </p:nvSpPr>
        <p:spPr>
          <a:xfrm>
            <a:off x="7398360" y="1773360"/>
            <a:ext cx="658080" cy="6580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543080" y="64980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А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187120" y="64980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Б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872920" y="64980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В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8872920" y="126396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Е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187120" y="126396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Д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543080" y="126396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Г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543080" y="191556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Ж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187120" y="191556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З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872920" y="1915560"/>
            <a:ext cx="457200" cy="3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И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2025-11-09T13:06:06Z</dcterms:created>
  <dc:creator/>
  <dc:description/>
  <dc:language>en-US</dc:language>
  <cp:lastModifiedBy/>
  <dcterms:modified xsi:type="dcterms:W3CDTF">2025-11-09T13:25:02Z</dcterms:modified>
  <cp:revision>3</cp:revision>
  <dc:subject/>
  <dc:title/>
</cp:coreProperties>
</file>